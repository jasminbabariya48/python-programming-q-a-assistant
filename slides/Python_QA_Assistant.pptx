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93F"/>
          </a:solidFill>
          <a:ln w="12700">
            <a:solidFill>
              <a:srgbClr val="1219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188720"/>
            <a:ext cx="1280160" cy="1280160"/>
          </a:xfrm>
          <a:prstGeom prst="ellipse">
            <a:avLst/>
          </a:prstGeom>
          <a:solidFill>
            <a:srgbClr val="2B4C9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344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🐍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103120" y="1097280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Q&amp;A Assistant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2103120" y="205740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Answers Grounded in Stack Overflow Data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103120" y="283464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2B4C9B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28346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RAG Pipeline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94760" y="283464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2B4C9B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94760" y="28346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FastAPI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0" y="283464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2B4C9B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0" y="28346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FAISS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178040" y="283464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2B4C9B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78040" y="28346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gpt-4o-mini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8AA"/>
                </a:solidFill>
              </a:rPr>
              <a:t>AI Engineer Assessment  ·  Analytics Vidhya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F"/>
          </a:solidFill>
          <a:ln w="12700">
            <a:solidFill>
              <a:srgbClr val="F4F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84048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18872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12344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The Challenge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learners need fast, accurate Python answers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Overflow has millions of Q&amp;As — hard to search manually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chatbots hallucinate; learners need grounded answers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384048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20640" y="1188720"/>
            <a:ext cx="502920" cy="50292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0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715000" y="12344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Our Solution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78308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over 50,000+ top-voted Python Q&amp;A pairs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vector search retrieves the most relevant context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synthesises a grounded, accurate final answer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93F"/>
          </a:solidFill>
          <a:ln w="12700">
            <a:solidFill>
              <a:srgbClr val="1219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1463040" cy="1371600"/>
          </a:xfrm>
          <a:prstGeom prst="roundRect">
            <a:avLst>
              <a:gd name="adj" fmla="val 6667"/>
            </a:avLst>
          </a:prstGeom>
          <a:solidFill>
            <a:srgbClr val="2B4C9B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2412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28600" y="1536192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User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Question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91640" y="1600200"/>
            <a:ext cx="228600" cy="73152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5400000">
            <a:off x="1874520" y="1536192"/>
            <a:ext cx="182880" cy="201168"/>
          </a:xfrm>
          <a:prstGeom prst="triangle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0" y="960120"/>
            <a:ext cx="146304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102412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🔢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828800" y="1536192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Embed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Query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1600200"/>
            <a:ext cx="228600" cy="73152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5400000">
            <a:off x="3474720" y="1536192"/>
            <a:ext cx="182880" cy="201168"/>
          </a:xfrm>
          <a:prstGeom prst="triangle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29000" y="960120"/>
            <a:ext cx="146304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102412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429000" y="1536192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FAISS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Retrieval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92040" y="1600200"/>
            <a:ext cx="228600" cy="73152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5400000">
            <a:off x="5074920" y="1536192"/>
            <a:ext cx="182880" cy="201168"/>
          </a:xfrm>
          <a:prstGeom prst="triangle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0" y="960120"/>
            <a:ext cx="146304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102412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029200" y="1536192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Build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Prompt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92240" y="1600200"/>
            <a:ext cx="228600" cy="73152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5400000">
            <a:off x="6675120" y="1536192"/>
            <a:ext cx="182880" cy="201168"/>
          </a:xfrm>
          <a:prstGeom prst="triangle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29400" y="960120"/>
            <a:ext cx="1463040" cy="1371600"/>
          </a:xfrm>
          <a:prstGeom prst="roundRect">
            <a:avLst>
              <a:gd name="adj" fmla="val 6667"/>
            </a:avLst>
          </a:prstGeom>
          <a:solidFill>
            <a:srgbClr val="2B4C9B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29400" y="102412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629400" y="1536192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LLM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Generate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28600" y="2788920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12193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28803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🗄️ Dataset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" y="333756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50k Stack Overflow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Python Q&amp;A pairs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(Kaggle)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017520" y="2788920"/>
            <a:ext cx="2926080" cy="2103120"/>
          </a:xfrm>
          <a:prstGeom prst="roundRect">
            <a:avLst>
              <a:gd name="adj" fmla="val 4348"/>
            </a:avLst>
          </a:prstGeom>
          <a:solidFill>
            <a:srgbClr val="12193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08960" y="2880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📦 Vector Store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154680" y="333756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FAISS IndexFlatIP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(cosine sim, in-memory)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all-MiniLM-L6-v2 embeddings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26480" y="2788920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12193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28803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📤 Output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263640" y="333756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answer + sources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+ latency_ms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JSON response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F"/>
          </a:solidFill>
          <a:ln w="12700">
            <a:solidFill>
              <a:srgbClr val="F4F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— Key Design Decisions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920240" cy="39319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05156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051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🔢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1691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① Embedding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2148840"/>
            <a:ext cx="16916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4F6A"/>
                </a:solidFill>
              </a:rPr>
              <a:t>sentence-transformers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D4F6A"/>
                </a:solidFill>
              </a:rPr>
              <a:t>all-MiniLM-L6-v2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D4F6A"/>
                </a:solidFill>
              </a:rPr>
              <a:t>• 384-dim vectors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D4F6A"/>
                </a:solidFill>
              </a:rPr>
              <a:t>• Runs locally — zero cost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D4F6A"/>
                </a:solidFill>
              </a:rPr>
              <a:t>• Normalised for cosine sim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31720" y="960120"/>
            <a:ext cx="1920240" cy="39319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17520" y="105156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1051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377440" y="1691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② Retrieval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41448" y="2148840"/>
            <a:ext cx="16916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4F6A"/>
                </a:solidFill>
              </a:rPr>
              <a:t>FAISS IndexFlatIP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D4F6A"/>
                </a:solidFill>
              </a:rPr>
              <a:t>• Exact cosine search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D4F6A"/>
                </a:solidFill>
              </a:rPr>
              <a:t>• ~15ms for 50k docs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D4F6A"/>
                </a:solidFill>
              </a:rPr>
              <a:t>• Persisted to disk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D4F6A"/>
                </a:solidFill>
              </a:rPr>
              <a:t>• Rebuilt once at startup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0" y="960120"/>
            <a:ext cx="1920240" cy="39319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74920" y="105156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1051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✂️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434840" y="1691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③ Chunking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98848" y="2148840"/>
            <a:ext cx="16916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4F6A"/>
                </a:solidFill>
              </a:rPr>
              <a:t>One doc = Q title 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D4F6A"/>
                </a:solidFill>
              </a:rPr>
              <a:t>body snippet (300 chars)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D4F6A"/>
                </a:solidFill>
              </a:rPr>
              <a:t>+ top-voted answer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D4F6A"/>
                </a:solidFill>
              </a:rPr>
              <a:t>(400 chars)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D4F6A"/>
                </a:solidFill>
              </a:rPr>
              <a:t>• No overlap needed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46520" y="960120"/>
            <a:ext cx="1920240" cy="39319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0" y="105156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0" y="1051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492240" y="1691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④ Generation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56248" y="2148840"/>
            <a:ext cx="16916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4F6A"/>
                </a:solidFill>
              </a:rPr>
              <a:t>OpenAI-compatible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D4F6A"/>
                </a:solidFill>
              </a:rPr>
              <a:t>gpt-4o-mini (default)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D4F6A"/>
                </a:solidFill>
              </a:rPr>
              <a:t>• Temp: 0.2 (factual)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D4F6A"/>
                </a:solidFill>
              </a:rPr>
              <a:t>• Max 800 tokens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D4F6A"/>
                </a:solidFill>
              </a:rPr>
              <a:t>• Swap via env vars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93F"/>
          </a:solidFill>
          <a:ln w="12700">
            <a:solidFill>
              <a:srgbClr val="1219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— REST Endpoints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840480" cy="3931920"/>
          </a:xfrm>
          <a:prstGeom prst="roundRect">
            <a:avLst>
              <a:gd name="adj" fmla="val 2381"/>
            </a:avLst>
          </a:prstGeom>
          <a:solidFill>
            <a:srgbClr val="1E2761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1280160" cy="347472"/>
          </a:xfrm>
          <a:prstGeom prst="roundRect">
            <a:avLst>
              <a:gd name="adj" fmla="val 13158"/>
            </a:avLst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91640" y="102412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/health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8AA"/>
                </a:solidFill>
              </a:rPr>
              <a:t>Response: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78308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"status": "ok",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"index_size": 48723,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"model": "gpt-4o-mini",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"version": "1.0.0"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4114800" cy="3931920"/>
          </a:xfrm>
          <a:prstGeom prst="roundRect">
            <a:avLst>
              <a:gd name="adj" fmla="val 2326"/>
            </a:avLst>
          </a:prstGeom>
          <a:solidFill>
            <a:srgbClr val="1E2761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1005840"/>
            <a:ext cx="1280160" cy="347472"/>
          </a:xfrm>
          <a:prstGeom prst="roundRect">
            <a:avLst>
              <a:gd name="adj" fmla="val 13158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0058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POST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72200" y="1024128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/ask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92040" y="14630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8AA"/>
                </a:solidFill>
              </a:rPr>
              <a:t>Body &amp; Response: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1783080"/>
            <a:ext cx="3886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"question": "How do I read a CSV?",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"top_k": 5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"question": "...",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"answer": "Use pandas: ...",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"sources": [...],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"latency_ms": 743.2 }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F"/>
          </a:solidFill>
          <a:ln w="12700">
            <a:solidFill>
              <a:srgbClr val="F4F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 — 28 Tests, 0 Failures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28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74320" y="16916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Total Tests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23160" y="91440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1A7F4B"/>
          </a:solidFill>
          <a:ln w="12700">
            <a:solidFill>
              <a:srgbClr val="1A7F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23160" y="9601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100%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423160" y="16916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Pass Rate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91440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2B4C9B"/>
          </a:solidFill>
          <a:ln w="12700">
            <a:solidFill>
              <a:srgbClr val="2B4C9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9601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750ms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572000" y="16916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Avg Latency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20840" y="91440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9601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10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720840" y="16916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Query Types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331720"/>
            <a:ext cx="859536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4231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Category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2423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Tests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98080" y="24231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Passed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2807208"/>
            <a:ext cx="8595360" cy="365760"/>
          </a:xfrm>
          <a:prstGeom prst="rect">
            <a:avLst/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834640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F6A"/>
                </a:solidFill>
              </a:rPr>
              <a:t>Health &amp; System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2834640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98080" y="283464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7F4B"/>
                </a:solidFill>
              </a:rPr>
              <a:t>✓ 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191256"/>
            <a:ext cx="85953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218688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F6A"/>
                </a:solidFill>
              </a:rPr>
              <a:t>Response Structure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0" y="3218688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98080" y="3218688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7F4B"/>
                </a:solidFill>
              </a:rPr>
              <a:t>✓ 6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575304"/>
            <a:ext cx="8595360" cy="365760"/>
          </a:xfrm>
          <a:prstGeom prst="rect">
            <a:avLst/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3602736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F6A"/>
                </a:solidFill>
              </a:rPr>
              <a:t>Python Query Diversity (TC-01→TC-10)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0" y="3602736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10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498080" y="3602736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7F4B"/>
                </a:solidFill>
              </a:rPr>
              <a:t>✓ 10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3959352"/>
            <a:ext cx="85953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3986784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F6A"/>
                </a:solidFill>
              </a:rPr>
              <a:t>Edge Cases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0" y="3986784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498080" y="3986784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7F4B"/>
                </a:solidFill>
              </a:rPr>
              <a:t>✓ 4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" y="4343400"/>
            <a:ext cx="8595360" cy="365760"/>
          </a:xfrm>
          <a:prstGeom prst="rect">
            <a:avLst/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4370832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F6A"/>
                </a:solidFill>
              </a:rPr>
              <a:t>Input Validation (422 checks)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00800" y="4370832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498080" y="4370832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7F4B"/>
                </a:solidFill>
              </a:rPr>
              <a:t>✓ 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93F"/>
          </a:solidFill>
          <a:ln w="12700">
            <a:solidFill>
              <a:srgbClr val="1219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Response — Example Output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594360"/>
          </a:xfrm>
          <a:prstGeom prst="roundRect">
            <a:avLst>
              <a:gd name="adj" fmla="val 12308"/>
            </a:avLst>
          </a:prstGeom>
          <a:solidFill>
            <a:srgbClr val="2B4C9B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60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/ask  →  { "question": "How do I create a Python generator?" 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645920"/>
            <a:ext cx="5029200" cy="3291840"/>
          </a:xfrm>
          <a:prstGeom prst="roundRect">
            <a:avLst>
              <a:gd name="adj" fmla="val 2222"/>
            </a:avLst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70992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8AA"/>
                </a:solidFill>
              </a:rPr>
              <a:t>answer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057400"/>
            <a:ext cx="4754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Replace return with yield inside a function: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count_up(n):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in range(n):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yield i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val in count_up(5):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print(val)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Generators are lazy — they produce values one at a time, saving memory. Use yield from to delegate to another iterable.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40680" y="164592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0" y="170992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8AA"/>
                </a:solidFill>
              </a:rPr>
              <a:t>sources[0]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0" y="2075688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title: "What does the yield keyword do?"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score: 0.911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snippet: "Replace return with yield..."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40680" y="338328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0" y="344728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8AA"/>
                </a:solidFill>
              </a:rPr>
              <a:t>latency_ms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577840" y="3813048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745.30 ms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(~15ms retrieval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~730ms LLM)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F"/>
          </a:solidFill>
          <a:ln w="12700">
            <a:solidFill>
              <a:srgbClr val="F4F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to 100+ Concurrent Users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9728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112471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Async I/O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6459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4F6A"/>
                </a:solidFill>
              </a:rPr>
              <a:t>All LLM calls via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D4F6A"/>
                </a:solidFill>
              </a:rPr>
              <a:t>httpx.AsyncClient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D4F6A"/>
                </a:solidFill>
              </a:rPr>
              <a:t>→ non-blocking I/O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09728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🗂️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931920" y="112471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Caching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16459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4F6A"/>
                </a:solidFill>
              </a:rPr>
              <a:t>Redis semantic cache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D4F6A"/>
                </a:solidFill>
              </a:rPr>
              <a:t>(cosine sim ≥ 0.97)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D4F6A"/>
                </a:solidFill>
              </a:rPr>
              <a:t>→ skip LLM entirely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96012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109728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⚖️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858000" y="112471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Load Balance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3640" y="16459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4F6A"/>
                </a:solidFill>
              </a:rPr>
              <a:t>Nginx → 4 uvicorn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D4F6A"/>
                </a:solidFill>
              </a:rPr>
              <a:t>workers per pod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D4F6A"/>
                </a:solidFill>
              </a:rPr>
              <a:t>+ K8s HPA scaling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88036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301752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🗃️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05840" y="30449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Vector DB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1480" y="356616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4F6A"/>
                </a:solidFill>
              </a:rPr>
              <a:t>Migrate FAISS 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D4F6A"/>
                </a:solidFill>
              </a:rPr>
              <a:t>Pinecone / Weaviate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D4F6A"/>
                </a:solidFill>
              </a:rPr>
              <a:t>for multi-node search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0" y="288036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37560" y="301752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931920" y="30449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Cost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37560" y="356616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4F6A"/>
                </a:solidFill>
              </a:rPr>
              <a:t>gpt-4o-mini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D4F6A"/>
                </a:solidFill>
              </a:rPr>
              <a:t>~$0.0002/request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D4F6A"/>
                </a:solidFill>
              </a:rPr>
              <a:t>$20 for 100k queries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26480" y="288036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63640" y="301752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858000" y="30449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Observability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63640" y="356616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4F6A"/>
                </a:solidFill>
              </a:rPr>
              <a:t>Prometheus metrics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D4F6A"/>
                </a:solidFill>
              </a:rPr>
              <a:t>Latency p50/p95/p99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D4F6A"/>
                </a:solidFill>
              </a:rPr>
              <a:t>+ LLM cost tracking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93F"/>
          </a:solidFill>
          <a:ln w="12700">
            <a:solidFill>
              <a:srgbClr val="1219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4023360"/>
          </a:xfrm>
          <a:prstGeom prst="roundRect">
            <a:avLst>
              <a:gd name="adj" fmla="val 2273"/>
            </a:avLst>
          </a:prstGeom>
          <a:solidFill>
            <a:srgbClr val="1E2761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</a:rPr>
              <a:t>Tech Stack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98AA"/>
                </a:solidFill>
              </a:rPr>
              <a:t>Backend: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20240" y="15087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FastAPI + Uvicorn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94767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98AA"/>
                </a:solidFill>
              </a:rPr>
              <a:t>Embedding: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20240" y="194767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sentence-transformers (local)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386584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98AA"/>
                </a:solidFill>
              </a:rPr>
              <a:t>Vector Store: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0240" y="238658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FAISS (in-memory + disk)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825496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98AA"/>
                </a:solidFill>
              </a:rPr>
              <a:t>LLM: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20240" y="282549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OpenAI gpt-4o-mini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26440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98AA"/>
                </a:solidFill>
              </a:rPr>
              <a:t>Data: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20240" y="326440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Stack Overflow (Kaggle)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70332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98AA"/>
                </a:solidFill>
              </a:rPr>
              <a:t>Tests: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20240" y="370332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pytest — 28 tests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14223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98AA"/>
                </a:solidFill>
              </a:rPr>
              <a:t>Container: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920240" y="414223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Docker + docker-compose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914400"/>
            <a:ext cx="4297680" cy="4023360"/>
          </a:xfrm>
          <a:prstGeom prst="roundRect">
            <a:avLst>
              <a:gd name="adj" fmla="val 2273"/>
            </a:avLst>
          </a:prstGeom>
          <a:solidFill>
            <a:srgbClr val="1E2761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</a:rPr>
              <a:t>Deployment Options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709160" y="150876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2B4C9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57276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Render / Railway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184708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Push-to-deploy from GitHub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Free tier + easy env vars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260604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2B4C9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67004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HF Spaces (Docker)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294436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GPU support optional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Model cached between starts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370332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2B4C9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376732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Local (Docker)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46320" y="404164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docker compose up --build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Mounts data/ and index/ dirs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09160" y="42976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8AA"/>
                </a:solidFill>
              </a:rPr>
              <a:t>See README.md for full setup instructions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93F"/>
          </a:solidFill>
          <a:ln w="12700">
            <a:solidFill>
              <a:srgbClr val="1219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Deliverables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457200"/>
          </a:xfrm>
          <a:prstGeom prst="roundRect">
            <a:avLst>
              <a:gd name="adj" fmla="val 12000"/>
            </a:avLst>
          </a:prstGeom>
          <a:solidFill>
            <a:srgbClr val="2B4C9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78992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✅  RAG Pipeline — FAISS retrieval + OpenAI generation, grounded in 50k SO Q&amp;As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1581912"/>
            <a:ext cx="8412480" cy="457200"/>
          </a:xfrm>
          <a:prstGeom prst="roundRect">
            <a:avLst>
              <a:gd name="adj" fmla="val 12000"/>
            </a:avLst>
          </a:prstGeom>
          <a:solidFill>
            <a:srgbClr val="2B4C9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09344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✅  FastAPI — POST /ask + GET /health with full Pydantic validation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2112264"/>
            <a:ext cx="8412480" cy="457200"/>
          </a:xfrm>
          <a:prstGeom prst="roundRect">
            <a:avLst>
              <a:gd name="adj" fmla="val 12000"/>
            </a:avLst>
          </a:prstGeom>
          <a:solidFill>
            <a:srgbClr val="2B4C9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139696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✅  28 pytest tests — structure, 10 diverse queries, edge cases, validation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642616"/>
            <a:ext cx="8412480" cy="457200"/>
          </a:xfrm>
          <a:prstGeom prst="roundRect">
            <a:avLst>
              <a:gd name="adj" fmla="val 12000"/>
            </a:avLst>
          </a:prstGeom>
          <a:solidFill>
            <a:srgbClr val="2B4C9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670048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✅  Docker + docker-compose for one-command deployment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3172968"/>
            <a:ext cx="8412480" cy="457200"/>
          </a:xfrm>
          <a:prstGeom prst="roundRect">
            <a:avLst>
              <a:gd name="adj" fmla="val 12000"/>
            </a:avLst>
          </a:prstGeom>
          <a:solidFill>
            <a:srgbClr val="2B4C9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200400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✅  README with setup, .env.example, and Kaggle data download script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3703320"/>
            <a:ext cx="841248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730752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📊  test_results.md — 10 TC results with observations &amp; failure analysis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4233672"/>
            <a:ext cx="841248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261104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🚀  Scales via async I/O, Redis cache, Pinecone, K8s HPA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0" y="47091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8AA"/>
                </a:solidFill>
              </a:rPr>
              <a:t>github.com/&lt;your-username&gt;/python-qa-assistant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Q&amp;A Assistant</dc:title>
  <dc:subject>PptxGenJS Presentation</dc:subject>
  <dc:creator>AI Engineer</dc:creator>
  <cp:lastModifiedBy>AI Engineer</cp:lastModifiedBy>
  <cp:revision>1</cp:revision>
  <dcterms:created xsi:type="dcterms:W3CDTF">2026-06-15T05:43:39Z</dcterms:created>
  <dcterms:modified xsi:type="dcterms:W3CDTF">2026-06-15T05:43:39Z</dcterms:modified>
</cp:coreProperties>
</file>